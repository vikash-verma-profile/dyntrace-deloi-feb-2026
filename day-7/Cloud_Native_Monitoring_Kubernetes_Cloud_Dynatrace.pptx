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060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4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05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2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87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4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5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5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21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0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30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086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Cloud-Native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Kubernetes &amp; Cloud Observability with Dynatrace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 Monitoring</a:t>
            </a:r>
          </a:p>
          <a:p>
            <a:pPr lvl="1"/>
            <a:r>
              <a:t>Dynatrace Operator</a:t>
            </a:r>
          </a:p>
          <a:p>
            <a:pPr lvl="1"/>
            <a:r>
              <a:t>Pod Auto-Instrumentation</a:t>
            </a:r>
          </a:p>
          <a:p>
            <a:pPr lvl="1"/>
            <a:r>
              <a:t>AWS / Azure / GCP Integrations</a:t>
            </a:r>
          </a:p>
          <a:p>
            <a:pPr lvl="1"/>
            <a:r>
              <a:t>Serverless Monitoring</a:t>
            </a:r>
          </a:p>
          <a:p>
            <a:pPr lvl="1"/>
            <a:r>
              <a:t>Real-World Production Scenario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Cloud-Native Monitoring?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infrastructure (Pods scale automatically)</a:t>
            </a:r>
          </a:p>
          <a:p>
            <a:pPr lvl="1"/>
            <a:r>
              <a:t>Ephemeral workloads</a:t>
            </a:r>
          </a:p>
          <a:p>
            <a:pPr lvl="1"/>
            <a:r>
              <a:t>Microservices architecture</a:t>
            </a:r>
          </a:p>
          <a:p>
            <a:pPr lvl="1"/>
            <a:r>
              <a:t>Need full-stack observability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Monitoring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 health visibility</a:t>
            </a:r>
          </a:p>
          <a:p>
            <a:pPr lvl="1"/>
            <a:r>
              <a:t>Node resource monitoring</a:t>
            </a:r>
          </a:p>
          <a:p>
            <a:pPr lvl="1"/>
            <a:r>
              <a:t>Pod lifecycle tracking</a:t>
            </a:r>
          </a:p>
          <a:p>
            <a:pPr lvl="1"/>
            <a:r>
              <a:t>Namespace-level insights</a:t>
            </a:r>
          </a:p>
          <a:p>
            <a:pPr lvl="1"/>
            <a:r>
              <a:t>Service dependency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Kubernetes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CPU / Memory utilization</a:t>
            </a:r>
          </a:p>
          <a:p>
            <a:pPr lvl="1"/>
            <a:r>
              <a:t>Pod restarts &amp; crash loops</a:t>
            </a:r>
          </a:p>
          <a:p>
            <a:pPr lvl="1"/>
            <a:r>
              <a:t>Container memory limits</a:t>
            </a:r>
          </a:p>
          <a:p>
            <a:pPr lvl="1"/>
            <a:r>
              <a:t>Deployment health</a:t>
            </a:r>
          </a:p>
          <a:p>
            <a:pPr lvl="1"/>
            <a:r>
              <a:t>Network throughput &amp;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Kubernetes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OneAgent deployed as DaemonSet</a:t>
            </a:r>
          </a:p>
          <a:p>
            <a:pPr lvl="1"/>
            <a:r>
              <a:t>Automatic discovery of pods &amp; services</a:t>
            </a:r>
          </a:p>
          <a:p>
            <a:pPr lvl="1"/>
            <a:r>
              <a:t>Full-stack auto-instrumentation</a:t>
            </a:r>
          </a:p>
          <a:p>
            <a:pPr lvl="1"/>
            <a:r>
              <a:t>Cluster events ingestion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Kubernetes-native deployment method</a:t>
            </a:r>
          </a:p>
          <a:p>
            <a:pPr lvl="1"/>
            <a:r>
              <a:t>Uses Custom Resource Definitions (CRD)</a:t>
            </a:r>
          </a:p>
          <a:p>
            <a:pPr lvl="1"/>
            <a:r>
              <a:t>Automates OneAgent lifecycle</a:t>
            </a:r>
          </a:p>
          <a:p>
            <a:pPr lvl="1"/>
            <a:r>
              <a:t>Supports cloud-native full-stack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Deploying Dynatrace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create namespace dynatrace</a:t>
            </a:r>
          </a:p>
          <a:p>
            <a:pPr lvl="1"/>
            <a:r>
              <a:t>Apply operator.yaml manifest</a:t>
            </a:r>
          </a:p>
          <a:p>
            <a:pPr lvl="1"/>
            <a:r>
              <a:t>Create Dynakube custom resource</a:t>
            </a:r>
          </a:p>
          <a:p>
            <a:pPr lvl="1"/>
            <a:r>
              <a:t>Verify pods in dynatrace namespace</a:t>
            </a:r>
          </a:p>
          <a:p>
            <a:pPr lvl="1"/>
            <a:r>
              <a:t>Validate cluster appears in Dynatrace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Dynakube Custom Resource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deployment mode</a:t>
            </a:r>
          </a:p>
          <a:p>
            <a:pPr lvl="1"/>
            <a:r>
              <a:t>Full-stack, cloud-native or application-only</a:t>
            </a:r>
          </a:p>
          <a:p>
            <a:pPr lvl="1"/>
            <a:r>
              <a:t>Specifies API URL and token</a:t>
            </a:r>
          </a:p>
          <a:p>
            <a:pPr lvl="1"/>
            <a:r>
              <a:t>Configures namespace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 Auto-Instrumentation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code-level visibility</a:t>
            </a:r>
          </a:p>
          <a:p>
            <a:pPr lvl="1"/>
            <a:r>
              <a:t>No manual agent installation</a:t>
            </a:r>
          </a:p>
          <a:p>
            <a:pPr lvl="1"/>
            <a:r>
              <a:t>Supports Java, Node.js, .NET, Python</a:t>
            </a:r>
          </a:p>
          <a:p>
            <a:pPr lvl="1"/>
            <a:r>
              <a:t>Captures service calls &amp; database traces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Auto-Instrumentation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Admission controller injects agent</a:t>
            </a:r>
          </a:p>
          <a:p>
            <a:pPr lvl="1"/>
            <a:r>
              <a:t>Mutating webhook modifies pod spec</a:t>
            </a:r>
          </a:p>
          <a:p>
            <a:pPr lvl="1"/>
            <a:r>
              <a:t>Sidecar or init-container model</a:t>
            </a:r>
          </a:p>
          <a:p>
            <a:pPr lvl="1"/>
            <a:r>
              <a:t>Zero code change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 Monitoring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dynatrace namespace pods</a:t>
            </a:r>
          </a:p>
          <a:p>
            <a:pPr lvl="1"/>
            <a:r>
              <a:t>Verify Dynakube CR status</a:t>
            </a:r>
          </a:p>
          <a:p>
            <a:pPr lvl="1"/>
            <a:r>
              <a:t>Check container logs</a:t>
            </a:r>
          </a:p>
          <a:p>
            <a:pPr lvl="1"/>
            <a:r>
              <a:t>Validate API token permissions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CloudWatch metric ingestion</a:t>
            </a:r>
          </a:p>
          <a:p>
            <a:pPr lvl="1"/>
            <a:r>
              <a:t>EC2, RDS, ELB monitoring</a:t>
            </a:r>
          </a:p>
          <a:p>
            <a:pPr lvl="1"/>
            <a:r>
              <a:t>Auto-discovery of services</a:t>
            </a:r>
          </a:p>
          <a:p>
            <a:pPr lvl="1"/>
            <a:r>
              <a:t>IAM role-based authentication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Monitor metric ingestion</a:t>
            </a:r>
          </a:p>
          <a:p>
            <a:pPr lvl="1"/>
            <a:r>
              <a:t>App Services monitoring</a:t>
            </a:r>
          </a:p>
          <a:p>
            <a:pPr lvl="1"/>
            <a:r>
              <a:t>AKS cluster visibility</a:t>
            </a:r>
          </a:p>
          <a:p>
            <a:pPr lvl="1"/>
            <a:r>
              <a:t>Service principal authentication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Cloud Operations integration</a:t>
            </a:r>
          </a:p>
          <a:p>
            <a:pPr lvl="1"/>
            <a:r>
              <a:t>GKE cluster monitoring</a:t>
            </a:r>
          </a:p>
          <a:p>
            <a:pPr lvl="1"/>
            <a:r>
              <a:t>Cloud Run support</a:t>
            </a:r>
          </a:p>
          <a:p>
            <a:pPr lvl="1"/>
            <a:r>
              <a:t>Service account authentication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Multi-Cloud Monitoring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pane of glass</a:t>
            </a:r>
          </a:p>
          <a:p>
            <a:pPr lvl="1"/>
            <a:r>
              <a:t>Cross-cloud service mapping</a:t>
            </a:r>
          </a:p>
          <a:p>
            <a:pPr lvl="1"/>
            <a:r>
              <a:t>Unified alerting</a:t>
            </a:r>
          </a:p>
          <a:p>
            <a:pPr lvl="1"/>
            <a:r>
              <a:t>SLOs across environments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AWS Lambda</a:t>
            </a:r>
          </a:p>
          <a:p>
            <a:pPr lvl="1"/>
            <a:r>
              <a:t>Monitor Azure Functions</a:t>
            </a:r>
          </a:p>
          <a:p>
            <a:pPr lvl="1"/>
            <a:r>
              <a:t>Monitor Google Cloud Functions</a:t>
            </a:r>
          </a:p>
          <a:p>
            <a:pPr lvl="1"/>
            <a:r>
              <a:t>Trace cold starts &amp; execution 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Lambda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Lambda extension</a:t>
            </a:r>
          </a:p>
          <a:p>
            <a:pPr lvl="1"/>
            <a:r>
              <a:t>Capture invocation metrics</a:t>
            </a:r>
          </a:p>
          <a:p>
            <a:pPr lvl="1"/>
            <a:r>
              <a:t>Trace downstream dependencies</a:t>
            </a:r>
          </a:p>
          <a:p>
            <a:pPr lvl="1"/>
            <a:r>
              <a:t>Monitor cold start latency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Functions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OneAgent extension</a:t>
            </a:r>
          </a:p>
          <a:p>
            <a:pPr lvl="1"/>
            <a:r>
              <a:t>Monitor trigger execution</a:t>
            </a:r>
          </a:p>
          <a:p>
            <a:pPr lvl="1"/>
            <a:r>
              <a:t>Dependency tracking</a:t>
            </a:r>
          </a:p>
          <a:p>
            <a:pPr lvl="1"/>
            <a:r>
              <a:t>Error rate &amp; duration metrics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Optimization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Right-size nodes</a:t>
            </a:r>
          </a:p>
          <a:p>
            <a:pPr lvl="1"/>
            <a:r>
              <a:t>Detect idle resources</a:t>
            </a:r>
          </a:p>
          <a:p>
            <a:pPr lvl="1"/>
            <a:r>
              <a:t>Optimize scaling policies</a:t>
            </a:r>
          </a:p>
          <a:p>
            <a:pPr lvl="1"/>
            <a:r>
              <a:t>Reduce over-provisioning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Kubernetes events</a:t>
            </a:r>
          </a:p>
          <a:p>
            <a:pPr lvl="1"/>
            <a:r>
              <a:t>Detect abnormal container behavior</a:t>
            </a:r>
          </a:p>
          <a:p>
            <a:pPr lvl="1"/>
            <a:r>
              <a:t>Audit logs ingestion</a:t>
            </a:r>
          </a:p>
          <a:p>
            <a:pPr lvl="1"/>
            <a:r>
              <a:t>Role-based access control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 – E-Commerce on EKS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Checkout pods auto-scale under load</a:t>
            </a:r>
          </a:p>
          <a:p>
            <a:pPr lvl="1"/>
            <a:r>
              <a:t>One pod crashes (OOMKilled)</a:t>
            </a:r>
          </a:p>
          <a:p>
            <a:pPr lvl="1"/>
            <a:r>
              <a:t>Dynatrace detects memory spike</a:t>
            </a:r>
          </a:p>
          <a:p>
            <a:pPr lvl="1"/>
            <a:r>
              <a:t>Problem auto-created</a:t>
            </a:r>
          </a:p>
          <a:p>
            <a:pPr lvl="1"/>
            <a:r>
              <a:t>PagerDuty alert triggered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Dynatrace Operator</a:t>
            </a:r>
          </a:p>
          <a:p>
            <a:pPr lvl="1"/>
            <a:r>
              <a:t>Enable pod auto-instrumentation</a:t>
            </a:r>
          </a:p>
          <a:p>
            <a:pPr lvl="1"/>
            <a:r>
              <a:t>Generate load &amp; observe scaling</a:t>
            </a:r>
          </a:p>
          <a:p>
            <a:pPr lvl="1"/>
            <a:r>
              <a:t>Integrate AWS monitoring</a:t>
            </a:r>
          </a:p>
          <a:p>
            <a:pPr lvl="1"/>
            <a:r>
              <a:t>Monitor Lambda execution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 visibility is critical</a:t>
            </a:r>
          </a:p>
          <a:p>
            <a:pPr lvl="1"/>
            <a:r>
              <a:t>Dynatrace Operator simplifies deployment</a:t>
            </a:r>
          </a:p>
          <a:p>
            <a:pPr lvl="1"/>
            <a:r>
              <a:t>Auto-instrumentation enables deep tracing</a:t>
            </a:r>
          </a:p>
          <a:p>
            <a:pPr lvl="1"/>
            <a:r>
              <a:t>Cloud integrations provide full visibility</a:t>
            </a:r>
          </a:p>
          <a:p>
            <a:pPr lvl="1"/>
            <a:r>
              <a:t>Serverless requires specialized monitoring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440</Words>
  <Application>Microsoft Office PowerPoint</Application>
  <PresentationFormat>On-screen Show (4:3)</PresentationFormat>
  <Paragraphs>125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Tw Cen MT</vt:lpstr>
      <vt:lpstr>Tw Cen MT Condensed</vt:lpstr>
      <vt:lpstr>Wingdings 3</vt:lpstr>
      <vt:lpstr>Integral</vt:lpstr>
      <vt:lpstr>Cloud-Native Monitoring</vt:lpstr>
      <vt:lpstr>Agenda</vt:lpstr>
      <vt:lpstr>Why Cloud-Native Monitoring?</vt:lpstr>
      <vt:lpstr>Kubernetes Monitoring Overview</vt:lpstr>
      <vt:lpstr>Key Kubernetes Metrics</vt:lpstr>
      <vt:lpstr>Dynatrace Kubernetes Architecture</vt:lpstr>
      <vt:lpstr>Dynatrace Operator</vt:lpstr>
      <vt:lpstr>Deploying Dynatrace Operator</vt:lpstr>
      <vt:lpstr>Dynakube Custom Resource</vt:lpstr>
      <vt:lpstr>Pod Auto-Instrumentation</vt:lpstr>
      <vt:lpstr>How Auto-Instrumentation Works</vt:lpstr>
      <vt:lpstr>Pod Monitoring Troubleshooting</vt:lpstr>
      <vt:lpstr>AWS Integration</vt:lpstr>
      <vt:lpstr>Azure Integration</vt:lpstr>
      <vt:lpstr>GCP Integration</vt:lpstr>
      <vt:lpstr>Multi-Cloud Monitoring Strategy</vt:lpstr>
      <vt:lpstr>Serverless Monitoring</vt:lpstr>
      <vt:lpstr>AWS Lambda Monitoring</vt:lpstr>
      <vt:lpstr>Azure Functions Monitoring</vt:lpstr>
      <vt:lpstr>Cloud Cost Optimization Insights</vt:lpstr>
      <vt:lpstr>Security &amp; Compliance</vt:lpstr>
      <vt:lpstr>Real-World Scenario – E-Commerce on EKS</vt:lpstr>
      <vt:lpstr>Hands-On Lab Tasks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2026-02-23T00:31:51Z</dcterms:modified>
  <cp:category/>
</cp:coreProperties>
</file>