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322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6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795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34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101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1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42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504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37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798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101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Log </a:t>
            </a:r>
            <a:r>
              <a:rPr dirty="0"/>
              <a:t>Monitoring &amp;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Logs, Analytics, RASP &amp; Vulnerability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 ingestion setup</a:t>
            </a:r>
          </a:p>
          <a:p>
            <a:pPr lvl="1"/>
            <a:r>
              <a:t>Log queries &amp; analytics</a:t>
            </a:r>
          </a:p>
          <a:p>
            <a:pPr lvl="1"/>
            <a:r>
              <a:t>Correlating logs with problems</a:t>
            </a:r>
          </a:p>
          <a:p>
            <a:pPr lvl="1"/>
            <a:r>
              <a:t>Runtime Application Security Monitoring (RASP)</a:t>
            </a:r>
          </a:p>
          <a:p>
            <a:pPr lvl="1"/>
            <a:r>
              <a:t>Vulnerability scanning</a:t>
            </a:r>
          </a:p>
          <a:p>
            <a:pPr lvl="1"/>
            <a:r>
              <a:t>Real-world security scenario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Log Monitoring?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Logs provide deep diagnostic insights</a:t>
            </a:r>
          </a:p>
          <a:p>
            <a:pPr lvl="1"/>
            <a:r>
              <a:t>Essential for troubleshooting production issues</a:t>
            </a:r>
          </a:p>
          <a:p>
            <a:pPr lvl="1"/>
            <a:r>
              <a:t>Security event detection</a:t>
            </a:r>
          </a:p>
          <a:p>
            <a:pPr lvl="1"/>
            <a:r>
              <a:t>Compliance and audit requirements</a:t>
            </a:r>
          </a:p>
          <a:p>
            <a:pPr lvl="1"/>
            <a:r>
              <a:t>Supports root cause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Ingestion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log ingestion via OneAgent</a:t>
            </a:r>
          </a:p>
          <a:p>
            <a:pPr lvl="1"/>
            <a:r>
              <a:t>Kubernetes container log collection</a:t>
            </a:r>
          </a:p>
          <a:p>
            <a:pPr lvl="1"/>
            <a:r>
              <a:t>Custom log file monitoring</a:t>
            </a:r>
          </a:p>
          <a:p>
            <a:pPr lvl="1"/>
            <a:r>
              <a:t>Cloud log integrations (CloudWatch, Azure 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Ingestion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log monitoring in Dynatrace settings</a:t>
            </a:r>
          </a:p>
          <a:p>
            <a:pPr lvl="1"/>
            <a:r>
              <a:t>Define log path or container source</a:t>
            </a:r>
          </a:p>
          <a:p>
            <a:pPr lvl="1"/>
            <a:r>
              <a:t>Configure log rules and parsing</a:t>
            </a:r>
          </a:p>
          <a:p>
            <a:pPr lvl="1"/>
            <a:r>
              <a:t>Set retention policies</a:t>
            </a:r>
          </a:p>
          <a:p>
            <a:pPr lvl="1"/>
            <a:r>
              <a:t>Verify ingestion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 capture</a:t>
            </a:r>
          </a:p>
          <a:p>
            <a:pPr lvl="1"/>
            <a:r>
              <a:t>Parsing and attribute extraction</a:t>
            </a:r>
          </a:p>
          <a:p>
            <a:pPr lvl="1"/>
            <a:r>
              <a:t>Indexing</a:t>
            </a:r>
          </a:p>
          <a:p>
            <a:pPr lvl="1"/>
            <a:r>
              <a:t>Storage</a:t>
            </a:r>
          </a:p>
          <a:p>
            <a:pPr lvl="1"/>
            <a:r>
              <a:t>Query &amp;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Attributes &amp;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Timestamp</a:t>
            </a:r>
          </a:p>
          <a:p>
            <a:pPr lvl="1"/>
            <a:r>
              <a:t>Severity level</a:t>
            </a:r>
          </a:p>
          <a:p>
            <a:pPr lvl="1"/>
            <a:r>
              <a:t>Service name</a:t>
            </a:r>
          </a:p>
          <a:p>
            <a:pPr lvl="1"/>
            <a:r>
              <a:t>Kubernetes namespace</a:t>
            </a:r>
          </a:p>
          <a:p>
            <a:pPr lvl="1"/>
            <a:r>
              <a:t>Custom tags and labels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Dynatrace Query Language (DQL)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Powerful log search capability</a:t>
            </a:r>
          </a:p>
          <a:p>
            <a:pPr lvl="1"/>
            <a:r>
              <a:t>Filter by severity</a:t>
            </a:r>
          </a:p>
          <a:p>
            <a:pPr lvl="1"/>
            <a:r>
              <a:t>Aggregate by service</a:t>
            </a:r>
          </a:p>
          <a:p>
            <a:pPr lvl="1"/>
            <a:r>
              <a:t>Time-based filtering</a:t>
            </a:r>
          </a:p>
          <a:p>
            <a:pPr lvl="1"/>
            <a:r>
              <a:t>Pattern matching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Log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Fetch all ERROR logs in last 1 hour</a:t>
            </a:r>
          </a:p>
          <a:p>
            <a:pPr lvl="1"/>
            <a:r>
              <a:t>Group logs by service</a:t>
            </a:r>
          </a:p>
          <a:p>
            <a:pPr lvl="1"/>
            <a:r>
              <a:t>Count login failures</a:t>
            </a:r>
          </a:p>
          <a:p>
            <a:pPr lvl="1"/>
            <a:r>
              <a:t>Search for specific exception message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Analytics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repeated application errors</a:t>
            </a:r>
          </a:p>
          <a:p>
            <a:pPr lvl="1"/>
            <a:r>
              <a:t>Identify slow database queries</a:t>
            </a:r>
          </a:p>
          <a:p>
            <a:pPr lvl="1"/>
            <a:r>
              <a:t>Monitor authentication failures</a:t>
            </a:r>
          </a:p>
          <a:p>
            <a:pPr lvl="1"/>
            <a:r>
              <a:t>Analyze traffic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&amp; Problem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Logs automatically linked to problems</a:t>
            </a:r>
          </a:p>
          <a:p>
            <a:pPr lvl="1"/>
            <a:r>
              <a:t>View logs from problem details page</a:t>
            </a:r>
          </a:p>
          <a:p>
            <a:pPr lvl="1"/>
            <a:r>
              <a:t>Trace logs linked with PurePath</a:t>
            </a:r>
          </a:p>
          <a:p>
            <a:pPr lvl="1"/>
            <a:r>
              <a:t>Faster root cause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Analysis with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detected by Davis AI</a:t>
            </a:r>
          </a:p>
          <a:p>
            <a:pPr lvl="1"/>
            <a:r>
              <a:t>View impacted service</a:t>
            </a:r>
          </a:p>
          <a:p>
            <a:pPr lvl="1"/>
            <a:r>
              <a:t>Open related logs</a:t>
            </a:r>
          </a:p>
          <a:p>
            <a:pPr lvl="1"/>
            <a:r>
              <a:t>Identify exception stack trace</a:t>
            </a:r>
          </a:p>
          <a:p>
            <a:pPr lvl="1"/>
            <a:r>
              <a:t>Pinpoint failing component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Monitoring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Application-level runtime protection</a:t>
            </a:r>
          </a:p>
          <a:p>
            <a:pPr lvl="1"/>
            <a:r>
              <a:t>Detect real-time attacks</a:t>
            </a:r>
          </a:p>
          <a:p>
            <a:pPr lvl="1"/>
            <a:r>
              <a:t>Identify vulnerabilities in production</a:t>
            </a:r>
          </a:p>
          <a:p>
            <a:pPr lvl="1"/>
            <a:r>
              <a:t>Reduce risk exposure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RASP?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Runtime Application Security Monitoring</a:t>
            </a:r>
          </a:p>
          <a:p>
            <a:pPr lvl="1"/>
            <a:r>
              <a:t>Detects attacks during execution</a:t>
            </a:r>
          </a:p>
          <a:p>
            <a:pPr lvl="1"/>
            <a:r>
              <a:t>Monitors real-time exploit attempts</a:t>
            </a:r>
          </a:p>
          <a:p>
            <a:pPr lvl="1"/>
            <a:r>
              <a:t>Provides code-level vulnerability context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RASP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injection detection</a:t>
            </a:r>
          </a:p>
          <a:p>
            <a:pPr lvl="1"/>
            <a:r>
              <a:t>Cross-site scripting detection</a:t>
            </a:r>
          </a:p>
          <a:p>
            <a:pPr lvl="1"/>
            <a:r>
              <a:t>Remote code execution attempts</a:t>
            </a:r>
          </a:p>
          <a:p>
            <a:pPr lvl="1"/>
            <a:r>
              <a:t>Sensitive data exposure alerts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RASP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Monitors application runtime</a:t>
            </a:r>
          </a:p>
          <a:p>
            <a:pPr lvl="1"/>
            <a:r>
              <a:t>Detects malicious input</a:t>
            </a:r>
          </a:p>
          <a:p>
            <a:pPr lvl="1"/>
            <a:r>
              <a:t>Links attack to vulnerable code</a:t>
            </a:r>
          </a:p>
          <a:p>
            <a:pPr lvl="1"/>
            <a:r>
              <a:t>Creates security problem in Dynatrace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Vulnerability Scanning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known CVEs</a:t>
            </a:r>
          </a:p>
          <a:p>
            <a:pPr lvl="1"/>
            <a:r>
              <a:t>Analyzes third-party libraries</a:t>
            </a:r>
          </a:p>
          <a:p>
            <a:pPr lvl="1"/>
            <a:r>
              <a:t>Scans container images</a:t>
            </a:r>
          </a:p>
          <a:p>
            <a:pPr lvl="1"/>
            <a:r>
              <a:t>Provides risk scoring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Composition Analysis (SCA)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Identifies vulnerable dependencies</a:t>
            </a:r>
          </a:p>
          <a:p>
            <a:pPr lvl="1"/>
            <a:r>
              <a:t>Maps CVEs to application components</a:t>
            </a:r>
          </a:p>
          <a:p>
            <a:pPr lvl="1"/>
            <a:r>
              <a:t>Tracks exposure across environments</a:t>
            </a:r>
          </a:p>
          <a:p>
            <a:pPr lvl="1"/>
            <a:r>
              <a:t>Supports remediation prioritization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container vulnerabilities</a:t>
            </a:r>
          </a:p>
          <a:p>
            <a:pPr lvl="1"/>
            <a:r>
              <a:t>Detect abnormal pod behavior</a:t>
            </a:r>
          </a:p>
          <a:p>
            <a:pPr lvl="1"/>
            <a:r>
              <a:t>Audit Kubernetes events</a:t>
            </a:r>
          </a:p>
          <a:p>
            <a:pPr lvl="1"/>
            <a:r>
              <a:t>Identify exposed services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Security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security event monitoring</a:t>
            </a:r>
          </a:p>
          <a:p>
            <a:pPr lvl="1"/>
            <a:r>
              <a:t>Azure security center integration</a:t>
            </a:r>
          </a:p>
          <a:p>
            <a:pPr lvl="1"/>
            <a:r>
              <a:t>GCP security monitoring</a:t>
            </a:r>
          </a:p>
          <a:p>
            <a:pPr lvl="1"/>
            <a:r>
              <a:t>Centralized risk visibility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Vulnerability overview</a:t>
            </a:r>
          </a:p>
          <a:p>
            <a:pPr lvl="1"/>
            <a:r>
              <a:t>Attack attempts timeline</a:t>
            </a:r>
          </a:p>
          <a:p>
            <a:pPr lvl="1"/>
            <a:r>
              <a:t>Risk heatmaps</a:t>
            </a:r>
          </a:p>
          <a:p>
            <a:pPr lvl="1"/>
            <a:r>
              <a:t>Compliance reporting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Scenario – E-Commerce Breach Attempt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Repeated login failures detected</a:t>
            </a:r>
          </a:p>
          <a:p>
            <a:pPr lvl="1"/>
            <a:r>
              <a:t>SQL injection attempt logged</a:t>
            </a:r>
          </a:p>
          <a:p>
            <a:pPr lvl="1"/>
            <a:r>
              <a:t>RASP detects exploit attempt</a:t>
            </a:r>
          </a:p>
          <a:p>
            <a:pPr lvl="1"/>
            <a:r>
              <a:t>Security problem created</a:t>
            </a:r>
          </a:p>
          <a:p>
            <a:pPr lvl="1"/>
            <a:r>
              <a:t>Vulnerability mapped to library version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log ingestion</a:t>
            </a:r>
          </a:p>
          <a:p>
            <a:pPr lvl="1"/>
            <a:r>
              <a:t>Run log queries</a:t>
            </a:r>
          </a:p>
          <a:p>
            <a:pPr lvl="1"/>
            <a:r>
              <a:t>Trigger application error</a:t>
            </a:r>
          </a:p>
          <a:p>
            <a:pPr lvl="1"/>
            <a:r>
              <a:t>Analyze correlated logs</a:t>
            </a:r>
          </a:p>
          <a:p>
            <a:pPr lvl="1"/>
            <a:r>
              <a:t>Review security vulnerability findings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not store unnecessary logs</a:t>
            </a:r>
          </a:p>
          <a:p>
            <a:pPr lvl="1"/>
            <a:r>
              <a:t>Mask sensitive data</a:t>
            </a:r>
          </a:p>
          <a:p>
            <a:pPr lvl="1"/>
            <a:r>
              <a:t>Set appropriate retention</a:t>
            </a:r>
          </a:p>
          <a:p>
            <a:pPr lvl="1"/>
            <a:r>
              <a:t>Prioritize high-risk vulnerabilities</a:t>
            </a:r>
          </a:p>
          <a:p>
            <a:pPr lvl="1"/>
            <a:r>
              <a:t>Integrate with SIEM if required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Logs enhance observability depth</a:t>
            </a:r>
          </a:p>
          <a:p>
            <a:pPr lvl="1"/>
            <a:r>
              <a:t>Correlation speeds root cause analysis</a:t>
            </a:r>
          </a:p>
          <a:p>
            <a:pPr lvl="1"/>
            <a:r>
              <a:t>RASP detects runtime attacks</a:t>
            </a:r>
          </a:p>
          <a:p>
            <a:pPr lvl="1"/>
            <a:r>
              <a:t>Vulnerability scanning reduces risk</a:t>
            </a:r>
          </a:p>
          <a:p>
            <a:pPr lvl="1"/>
            <a:r>
              <a:t>Security + observability = proactive defense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488</Words>
  <Application>Microsoft Office PowerPoint</Application>
  <PresentationFormat>On-screen Show (4:3)</PresentationFormat>
  <Paragraphs>134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Tw Cen MT</vt:lpstr>
      <vt:lpstr>Tw Cen MT Condensed</vt:lpstr>
      <vt:lpstr>Wingdings 3</vt:lpstr>
      <vt:lpstr>Integral</vt:lpstr>
      <vt:lpstr>Log Monitoring &amp; Security</vt:lpstr>
      <vt:lpstr>Agenda</vt:lpstr>
      <vt:lpstr>Why Log Monitoring?</vt:lpstr>
      <vt:lpstr>Log Ingestion Overview</vt:lpstr>
      <vt:lpstr>Log Ingestion Setup</vt:lpstr>
      <vt:lpstr>Log Processing Pipeline</vt:lpstr>
      <vt:lpstr>Log Attributes &amp; Metadata</vt:lpstr>
      <vt:lpstr>Dynatrace Query Language (DQL)</vt:lpstr>
      <vt:lpstr>Sample Log Queries</vt:lpstr>
      <vt:lpstr>Log Analytics Use Cases</vt:lpstr>
      <vt:lpstr>Log &amp; Problem Correlation</vt:lpstr>
      <vt:lpstr>Root Cause Analysis with Logs</vt:lpstr>
      <vt:lpstr>Security Monitoring Overview</vt:lpstr>
      <vt:lpstr>What is RASP?</vt:lpstr>
      <vt:lpstr>RASP Capabilities</vt:lpstr>
      <vt:lpstr>How RASP Works</vt:lpstr>
      <vt:lpstr>Vulnerability Scanning</vt:lpstr>
      <vt:lpstr>Software Composition Analysis (SCA)</vt:lpstr>
      <vt:lpstr>Kubernetes Security</vt:lpstr>
      <vt:lpstr>Cloud Security Integration</vt:lpstr>
      <vt:lpstr>Security Dashboards</vt:lpstr>
      <vt:lpstr>Real-World Scenario – E-Commerce Breach Attempt</vt:lpstr>
      <vt:lpstr>Hands-On Lab Tasks</vt:lpstr>
      <vt:lpstr>Best Practices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3</cp:revision>
  <dcterms:created xsi:type="dcterms:W3CDTF">2013-01-27T09:14:16Z</dcterms:created>
  <dcterms:modified xsi:type="dcterms:W3CDTF">2026-02-23T00:47:53Z</dcterms:modified>
  <cp:category/>
</cp:coreProperties>
</file>