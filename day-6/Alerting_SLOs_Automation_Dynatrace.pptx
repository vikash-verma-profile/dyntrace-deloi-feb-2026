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153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3661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42470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Freeform 10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80772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8096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1990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7789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2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096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1990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2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1990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5171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91856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4453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68096" y="471509"/>
            <a:ext cx="329184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22960"/>
            <a:ext cx="4258818" cy="518464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096" y="2257506"/>
            <a:ext cx="329184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4355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8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9141714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7950" y="4960138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94348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0744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762000"/>
            <a:ext cx="1971675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951" y="762000"/>
            <a:ext cx="5686425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7543800" y="173563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02579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286000"/>
            <a:ext cx="7290055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8097" y="6470704"/>
            <a:ext cx="161560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2200" y="6470704"/>
            <a:ext cx="4426094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000" y="6470704"/>
            <a:ext cx="73025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5715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1769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Day 6 – Alerting, SLOs &amp; Automation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Dynatrace Observability Training Program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Custom Problem Detection</a:t>
            </a:r>
          </a:p>
          <a:p>
            <a:pPr lvl="1"/>
            <a:r>
              <a:t>Threshold Configuration</a:t>
            </a:r>
          </a:p>
          <a:p>
            <a:pPr lvl="1"/>
            <a:r>
              <a:t>Synthetic Monitoring</a:t>
            </a:r>
          </a:p>
          <a:p>
            <a:pPr lvl="1"/>
            <a:r>
              <a:t>SLIs &amp; SLOs</a:t>
            </a:r>
          </a:p>
          <a:p>
            <a:pPr lvl="1"/>
            <a:r>
              <a:t>Alert Integrations (Slack, ServiceNow, PagerDuty)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Alerting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Reduce MTTR (Mean Time To Resolution)</a:t>
            </a:r>
          </a:p>
          <a:p>
            <a:pPr lvl="1"/>
            <a:r>
              <a:t>Detect issues before users complain</a:t>
            </a:r>
          </a:p>
          <a:p>
            <a:pPr lvl="1"/>
            <a:r>
              <a:t>Proactive monitoring using AI</a:t>
            </a:r>
          </a:p>
          <a:p>
            <a:pPr lvl="1"/>
            <a:r>
              <a:t>Business-impact driven problem detection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 Problem Detection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Used when default Davis AI rules are not enough</a:t>
            </a:r>
          </a:p>
          <a:p>
            <a:pPr lvl="1"/>
            <a:r>
              <a:t>Create metric-based events</a:t>
            </a:r>
          </a:p>
          <a:p>
            <a:pPr lvl="1"/>
            <a:r>
              <a:t>Define static or auto-adaptive thresholds</a:t>
            </a:r>
          </a:p>
          <a:p>
            <a:pPr lvl="1"/>
            <a:r>
              <a:t>Scope to specific services or entities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Metric Event Configuration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 to Settings → Anomaly Detection → Metric Events</a:t>
            </a:r>
          </a:p>
          <a:p>
            <a:pPr lvl="1"/>
            <a:r>
              <a:t>Select metric (CPU, Memory, Response Time, etc.)</a:t>
            </a:r>
          </a:p>
          <a:p>
            <a:pPr lvl="1"/>
            <a:r>
              <a:t>Define threshold type (Static / Auto-adaptive)</a:t>
            </a:r>
          </a:p>
          <a:p>
            <a:pPr lvl="1"/>
            <a:r>
              <a:t>Set evaluation window and violation samples</a:t>
            </a:r>
          </a:p>
          <a:p>
            <a:pPr lvl="1"/>
            <a:r>
              <a:t>Assign to management zone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Static vs Auto-Adaptive Threshold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Static: Fixed value (e.g., CPU &gt; 80%)</a:t>
            </a:r>
          </a:p>
          <a:p>
            <a:pPr lvl="1"/>
            <a:r>
              <a:t>Auto-Adaptive: Learns baseline automatically</a:t>
            </a:r>
          </a:p>
          <a:p>
            <a:pPr lvl="1"/>
            <a:r>
              <a:t>Use static for predictable systems</a:t>
            </a:r>
          </a:p>
          <a:p>
            <a:pPr lvl="1"/>
            <a:r>
              <a:t>Use auto-adaptive for dynamic workloads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Threshold Configuration 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Avoid too many alerts (Alert Fatigue)</a:t>
            </a:r>
          </a:p>
          <a:p>
            <a:pPr lvl="1"/>
            <a:r>
              <a:t>Use sliding windows (e.g., 5 of 10 mins)</a:t>
            </a:r>
          </a:p>
          <a:p>
            <a:pPr lvl="1"/>
            <a:r>
              <a:t>Scope alerts properly</a:t>
            </a:r>
          </a:p>
          <a:p>
            <a:pPr lvl="1"/>
            <a:r>
              <a:t>Test threshold using load scenarios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Synthetic Monitoring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Simulates user interaction from global locations</a:t>
            </a:r>
          </a:p>
          <a:p>
            <a:pPr lvl="1"/>
            <a:r>
              <a:t>HTTP monitors</a:t>
            </a:r>
          </a:p>
          <a:p>
            <a:pPr lvl="1"/>
            <a:r>
              <a:t>Browser monitors</a:t>
            </a:r>
          </a:p>
          <a:p>
            <a:pPr lvl="1"/>
            <a:r>
              <a:t>Availability and performance tracking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Synthetic Monitor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 to Synthetic &amp; RUM → Create Monitor</a:t>
            </a:r>
          </a:p>
          <a:p>
            <a:pPr lvl="1"/>
            <a:r>
              <a:t>Choose HTTP or Browser monitor</a:t>
            </a:r>
          </a:p>
          <a:p>
            <a:pPr lvl="1"/>
            <a:r>
              <a:t>Define frequency &amp; locations</a:t>
            </a:r>
          </a:p>
          <a:p>
            <a:pPr lvl="1"/>
            <a:r>
              <a:t>Set performance thresholds</a:t>
            </a:r>
          </a:p>
          <a:p>
            <a:pPr lvl="1"/>
            <a:r>
              <a:t>Link to SLO if required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Service Level Indicators (SLIs)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Quantitative measure of service performance</a:t>
            </a:r>
          </a:p>
          <a:p>
            <a:pPr lvl="1"/>
            <a:r>
              <a:t>Examples: Availability %, Error Rate, Latency</a:t>
            </a:r>
          </a:p>
          <a:p>
            <a:pPr lvl="1"/>
            <a:r>
              <a:t>Based on real user or synthetic data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Service Level Objectives (SLOs)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Target value for an SLI</a:t>
            </a:r>
          </a:p>
          <a:p>
            <a:pPr lvl="1"/>
            <a:r>
              <a:t>Example: 99.9% availability per month</a:t>
            </a:r>
          </a:p>
          <a:p>
            <a:pPr lvl="1"/>
            <a:r>
              <a:t>Defines acceptable performance level</a:t>
            </a:r>
          </a:p>
          <a:p>
            <a:pPr lvl="1"/>
            <a:r>
              <a:t>Drives reliability engineering decisions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SLO Burn Rate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Measures how fast error budget is consumed</a:t>
            </a:r>
          </a:p>
          <a:p>
            <a:pPr lvl="1"/>
            <a:r>
              <a:t>High burn rate = urgent reliability issue</a:t>
            </a:r>
          </a:p>
          <a:p>
            <a:pPr lvl="1"/>
            <a:r>
              <a:t>Used for proactive alerting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Creating an SLO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 to Service → Service Level Objectives</a:t>
            </a:r>
          </a:p>
          <a:p>
            <a:pPr lvl="1"/>
            <a:r>
              <a:t>Define numerator &amp; denominator metrics</a:t>
            </a:r>
          </a:p>
          <a:p>
            <a:pPr lvl="1"/>
            <a:r>
              <a:t>Set evaluation timeframe (7d, 30d)</a:t>
            </a:r>
          </a:p>
          <a:p>
            <a:pPr lvl="1"/>
            <a:r>
              <a:t>Define target percentage</a:t>
            </a:r>
          </a:p>
          <a:p>
            <a:pPr lvl="1"/>
            <a:r>
              <a:t>Enable SLO-based alerting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Alert Integrations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Send problems to external systems</a:t>
            </a:r>
          </a:p>
          <a:p>
            <a:pPr lvl="1"/>
            <a:r>
              <a:t>Slack</a:t>
            </a:r>
          </a:p>
          <a:p>
            <a:pPr lvl="1"/>
            <a:r>
              <a:t>ServiceNow</a:t>
            </a:r>
          </a:p>
          <a:p>
            <a:pPr lvl="1"/>
            <a:r>
              <a:t>PagerDuty</a:t>
            </a:r>
          </a:p>
          <a:p>
            <a:pPr lvl="1"/>
            <a:r>
              <a:t>Email / Webhook / Custom integration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Slack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 to Settings → Integrations → Problem Notifications</a:t>
            </a:r>
          </a:p>
          <a:p>
            <a:pPr lvl="1"/>
            <a:r>
              <a:t>Select Slack</a:t>
            </a:r>
          </a:p>
          <a:p>
            <a:pPr lvl="1"/>
            <a:r>
              <a:t>Provide Webhook URL</a:t>
            </a:r>
          </a:p>
          <a:p>
            <a:pPr lvl="1"/>
            <a:r>
              <a:t>Define alert payload format</a:t>
            </a:r>
          </a:p>
          <a:p>
            <a:pPr lvl="1"/>
            <a:r>
              <a:t>Test notification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ServiceNow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Create ServiceNow connection</a:t>
            </a:r>
          </a:p>
          <a:p>
            <a:pPr lvl="1"/>
            <a:r>
              <a:t>Provide instance URL &amp; credentials</a:t>
            </a:r>
          </a:p>
          <a:p>
            <a:pPr lvl="1"/>
            <a:r>
              <a:t>Map problem fields to incident fields</a:t>
            </a:r>
          </a:p>
          <a:p>
            <a:pPr lvl="1"/>
            <a:r>
              <a:t>Enable automatic ticket creation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PagerDuty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Create PagerDuty service</a:t>
            </a:r>
          </a:p>
          <a:p>
            <a:pPr lvl="1"/>
            <a:r>
              <a:t>Generate integration key</a:t>
            </a:r>
          </a:p>
          <a:p>
            <a:pPr lvl="1"/>
            <a:r>
              <a:t>Configure in Dynatrace problem notification</a:t>
            </a:r>
          </a:p>
          <a:p>
            <a:pPr lvl="1"/>
            <a:r>
              <a:t>Test escalation flow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Automation Workflows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Trigger remediation scripts</a:t>
            </a:r>
          </a:p>
          <a:p>
            <a:pPr lvl="1"/>
            <a:r>
              <a:t>Auto-scale infrastructure</a:t>
            </a:r>
          </a:p>
          <a:p>
            <a:pPr lvl="1"/>
            <a:r>
              <a:t>Restart services automatically</a:t>
            </a:r>
          </a:p>
          <a:p>
            <a:pPr lvl="1"/>
            <a:r>
              <a:t>Close problem after validation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 Scenario – E-Commerce Application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CPU spike &gt; 85% for 10 minutes</a:t>
            </a:r>
          </a:p>
          <a:p>
            <a:pPr lvl="1"/>
            <a:r>
              <a:t>Synthetic monitor detects checkout failure</a:t>
            </a:r>
          </a:p>
          <a:p>
            <a:pPr lvl="1"/>
            <a:r>
              <a:t>SLO drops below 99.5%</a:t>
            </a:r>
          </a:p>
          <a:p>
            <a:pPr lvl="1"/>
            <a:r>
              <a:t>Incident auto-created in ServiceNow</a:t>
            </a:r>
          </a:p>
          <a:p>
            <a:pPr lvl="1"/>
            <a:r>
              <a:t>Slack notification sent to DevOps team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Custom alerts improve precision</a:t>
            </a:r>
          </a:p>
          <a:p>
            <a:pPr lvl="1"/>
            <a:r>
              <a:t>SLOs align monitoring with business goals</a:t>
            </a:r>
          </a:p>
          <a:p>
            <a:pPr lvl="1"/>
            <a:r>
              <a:t>Synthetic monitors validate user journeys</a:t>
            </a:r>
          </a:p>
          <a:p>
            <a:pPr lvl="1"/>
            <a:r>
              <a:t>Automation reduces MTTR</a:t>
            </a:r>
          </a:p>
          <a:p>
            <a:pPr lvl="1"/>
            <a:r>
              <a:t>Integrations enable DevOps workflows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1</TotalTime>
  <Words>481</Words>
  <Application>Microsoft Office PowerPoint</Application>
  <PresentationFormat>On-screen Show (4:3)</PresentationFormat>
  <Paragraphs>103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Tw Cen MT</vt:lpstr>
      <vt:lpstr>Tw Cen MT Condensed</vt:lpstr>
      <vt:lpstr>Wingdings 3</vt:lpstr>
      <vt:lpstr>Integral</vt:lpstr>
      <vt:lpstr>Day 6 – Alerting, SLOs &amp; Automation</vt:lpstr>
      <vt:lpstr>Agenda</vt:lpstr>
      <vt:lpstr>Why Alerting Matters</vt:lpstr>
      <vt:lpstr>Custom Problem Detection</vt:lpstr>
      <vt:lpstr>Metric Event Configuration Steps</vt:lpstr>
      <vt:lpstr>Static vs Auto-Adaptive Threshold</vt:lpstr>
      <vt:lpstr>Threshold Configuration Best Practices</vt:lpstr>
      <vt:lpstr>Synthetic Monitoring Overview</vt:lpstr>
      <vt:lpstr>Synthetic Monitor Setup</vt:lpstr>
      <vt:lpstr>Service Level Indicators (SLIs)</vt:lpstr>
      <vt:lpstr>Service Level Objectives (SLOs)</vt:lpstr>
      <vt:lpstr>SLO Burn Rate</vt:lpstr>
      <vt:lpstr>Creating an SLO</vt:lpstr>
      <vt:lpstr>Alert Integrations Overview</vt:lpstr>
      <vt:lpstr>Slack Integration</vt:lpstr>
      <vt:lpstr>ServiceNow Integration</vt:lpstr>
      <vt:lpstr>PagerDuty Integration</vt:lpstr>
      <vt:lpstr>Automation Workflows</vt:lpstr>
      <vt:lpstr>Lab Scenario – E-Commerce Application</vt:lpstr>
      <vt:lpstr>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Vikash Verma</cp:lastModifiedBy>
  <cp:revision>2</cp:revision>
  <dcterms:created xsi:type="dcterms:W3CDTF">2013-01-27T09:14:16Z</dcterms:created>
  <dcterms:modified xsi:type="dcterms:W3CDTF">2026-02-23T00:20:31Z</dcterms:modified>
  <cp:category/>
</cp:coreProperties>
</file>