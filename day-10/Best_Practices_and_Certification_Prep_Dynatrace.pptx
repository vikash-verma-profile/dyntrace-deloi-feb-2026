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69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5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71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5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0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2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7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92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7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2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9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Practices &amp; Certification Prep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Performance, Governance, Cost Control &amp; Dynatrace Professional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Optimization Best Practices</a:t>
            </a:r>
          </a:p>
          <a:p>
            <a:pPr lvl="1"/>
            <a:r>
              <a:t>Environment Tagging Strategy</a:t>
            </a:r>
          </a:p>
          <a:p>
            <a:pPr lvl="1"/>
            <a:r>
              <a:t>Cost Control Strategies</a:t>
            </a:r>
          </a:p>
          <a:p>
            <a:pPr lvl="1"/>
            <a:r>
              <a:t>Dynatrace Professional Certification Format</a:t>
            </a:r>
          </a:p>
          <a:p>
            <a:pPr lvl="1"/>
            <a:r>
              <a:t>Mock Exam Discussion &amp; Preparation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end-user experience (UX first)</a:t>
            </a:r>
          </a:p>
          <a:p>
            <a:pPr lvl="1"/>
            <a:r>
              <a:t>Monitor service response time (p95/p99)</a:t>
            </a:r>
          </a:p>
          <a:p>
            <a:pPr lvl="1"/>
            <a:r>
              <a:t>Use SLO-driven reliability</a:t>
            </a:r>
          </a:p>
          <a:p>
            <a:pPr lvl="1"/>
            <a:r>
              <a:t>Eliminate bottlenecks using PurePath</a:t>
            </a:r>
          </a:p>
          <a:p>
            <a:pPr lvl="1"/>
            <a:r>
              <a:t>Optimize before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Performance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slow database queries</a:t>
            </a:r>
          </a:p>
          <a:p>
            <a:pPr lvl="1"/>
            <a:r>
              <a:t>Reduce external dependency latency</a:t>
            </a:r>
          </a:p>
          <a:p>
            <a:pPr lvl="1"/>
            <a:r>
              <a:t>Optimize garbage collection (Java/.NET)</a:t>
            </a:r>
          </a:p>
          <a:p>
            <a:pPr lvl="1"/>
            <a:r>
              <a:t>Implement caching strategy</a:t>
            </a:r>
          </a:p>
          <a:p>
            <a:pPr lvl="1"/>
            <a:r>
              <a:t>Use auto-adaptive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Right-size VM/Node resources</a:t>
            </a:r>
          </a:p>
          <a:p>
            <a:pPr lvl="1"/>
            <a:r>
              <a:t>Monitor CPU saturation &amp; memory pressure</a:t>
            </a:r>
          </a:p>
          <a:p>
            <a:pPr lvl="1"/>
            <a:r>
              <a:t>Detect noisy neighbors in Kubernetes</a:t>
            </a:r>
          </a:p>
          <a:p>
            <a:pPr lvl="1"/>
            <a:r>
              <a:t>Use horizontal scaling wisely</a:t>
            </a:r>
          </a:p>
          <a:p>
            <a:pPr lvl="1"/>
            <a:r>
              <a:t>Analyze container resource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proper resource requests &amp; limits</a:t>
            </a:r>
          </a:p>
          <a:p>
            <a:pPr lvl="1"/>
            <a:r>
              <a:t>Monitor OOMKilled events</a:t>
            </a:r>
          </a:p>
          <a:p>
            <a:pPr lvl="1"/>
            <a:r>
              <a:t>Track pod restart frequency</a:t>
            </a:r>
          </a:p>
          <a:p>
            <a:pPr lvl="1"/>
            <a:r>
              <a:t>Use HPA with metric validation</a:t>
            </a:r>
          </a:p>
          <a:p>
            <a:pPr lvl="1"/>
            <a:r>
              <a:t>Monitor cluster capacity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alert fatigue</a:t>
            </a:r>
          </a:p>
          <a:p>
            <a:pPr lvl="1"/>
            <a:r>
              <a:t>Use Management Zones for scoping</a:t>
            </a:r>
          </a:p>
          <a:p>
            <a:pPr lvl="1"/>
            <a:r>
              <a:t>Prefer auto-adaptive thresholds</a:t>
            </a:r>
          </a:p>
          <a:p>
            <a:pPr lvl="1"/>
            <a:r>
              <a:t>Implement burn-rate alerting</a:t>
            </a:r>
          </a:p>
          <a:p>
            <a:pPr lvl="1"/>
            <a:r>
              <a:t>Integrate with ITSM properly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Tagging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consistent naming conventions</a:t>
            </a:r>
          </a:p>
          <a:p>
            <a:pPr lvl="1"/>
            <a:r>
              <a:t>Tag by environment (Prod, Dev, QA)</a:t>
            </a:r>
          </a:p>
          <a:p>
            <a:pPr lvl="1"/>
            <a:r>
              <a:t>Tag by application &amp; business unit</a:t>
            </a:r>
          </a:p>
          <a:p>
            <a:pPr lvl="1"/>
            <a:r>
              <a:t>Enable automated tagging rules</a:t>
            </a:r>
          </a:p>
          <a:p>
            <a:pPr lvl="1"/>
            <a:r>
              <a:t>Use tags in dashboards &amp;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Tagging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Host-level tagging</a:t>
            </a:r>
          </a:p>
          <a:p>
            <a:pPr lvl="1"/>
            <a:r>
              <a:t>Kubernetes namespace tagging</a:t>
            </a:r>
          </a:p>
          <a:p>
            <a:pPr lvl="1"/>
            <a:r>
              <a:t>Cloud metadata tagging (AWS/Azure/GCP)</a:t>
            </a:r>
          </a:p>
          <a:p>
            <a:pPr lvl="1"/>
            <a:r>
              <a:t>Auto-tagging via rules</a:t>
            </a:r>
          </a:p>
          <a:p>
            <a:pPr lvl="1"/>
            <a:r>
              <a:t>Use tags for RBAC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Management Zones</a:t>
            </a:r>
          </a:p>
          <a:p>
            <a:pPr lvl="1"/>
            <a:r>
              <a:t>Create custom roles</a:t>
            </a:r>
          </a:p>
          <a:p>
            <a:pPr lvl="1"/>
            <a:r>
              <a:t>Restrict sensitive data access</a:t>
            </a:r>
          </a:p>
          <a:p>
            <a:pPr lvl="1"/>
            <a:r>
              <a:t>Audit API token usage</a:t>
            </a:r>
          </a:p>
          <a:p>
            <a:pPr lvl="1"/>
            <a:r>
              <a:t>Review permissions quarterly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Control Strategies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host units consumption</a:t>
            </a:r>
          </a:p>
          <a:p>
            <a:pPr lvl="1"/>
            <a:r>
              <a:t>Optimize log retention</a:t>
            </a:r>
          </a:p>
          <a:p>
            <a:pPr lvl="1"/>
            <a:r>
              <a:t>Control custom metric ingestion</a:t>
            </a:r>
          </a:p>
          <a:p>
            <a:pPr lvl="1"/>
            <a:r>
              <a:t>Remove unused entities</a:t>
            </a:r>
          </a:p>
          <a:p>
            <a:pPr lvl="1"/>
            <a:r>
              <a:t>Monitor synthetic execution frequency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&amp; Metric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ingesting unnecessary debug logs</a:t>
            </a:r>
          </a:p>
          <a:p>
            <a:pPr lvl="1"/>
            <a:r>
              <a:t>Set appropriate log retention period</a:t>
            </a:r>
          </a:p>
          <a:p>
            <a:pPr lvl="1"/>
            <a:r>
              <a:t>Limit high-cardinality metrics</a:t>
            </a:r>
          </a:p>
          <a:p>
            <a:pPr lvl="1"/>
            <a:r>
              <a:t>Review DDU (Davis Data Units) usage</a:t>
            </a:r>
          </a:p>
          <a:p>
            <a:pPr lvl="1"/>
            <a:r>
              <a:t>Use sampling when possible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&amp; Cloud Monitoring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unnecessary synthetic frequency</a:t>
            </a:r>
          </a:p>
          <a:p>
            <a:pPr lvl="1"/>
            <a:r>
              <a:t>Monitor only business-critical journeys</a:t>
            </a:r>
          </a:p>
          <a:p>
            <a:pPr lvl="1"/>
            <a:r>
              <a:t>Right-size Kubernetes nodes</a:t>
            </a:r>
          </a:p>
          <a:p>
            <a:pPr lvl="1"/>
            <a:r>
              <a:t>Remove idle cloud resources</a:t>
            </a:r>
          </a:p>
          <a:p>
            <a:pPr lvl="1"/>
            <a:r>
              <a:t>Review monthly cost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Professional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Entry-level certification</a:t>
            </a:r>
          </a:p>
          <a:p>
            <a:pPr lvl="1"/>
            <a:r>
              <a:t>Covers monitoring fundamentals</a:t>
            </a:r>
          </a:p>
          <a:p>
            <a:pPr lvl="1"/>
            <a:r>
              <a:t>Includes SaaS &amp; Managed concepts</a:t>
            </a:r>
          </a:p>
          <a:p>
            <a:pPr lvl="1"/>
            <a:r>
              <a:t>Focus on UI navigation &amp; troubleshooting</a:t>
            </a:r>
          </a:p>
          <a:p>
            <a:pPr lvl="1"/>
            <a:r>
              <a:t>Validates practical knowledge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Multiple-choice questions</a:t>
            </a:r>
          </a:p>
          <a:p>
            <a:pPr lvl="1"/>
            <a:r>
              <a:t>Time-limited exam (~90 minutes)</a:t>
            </a:r>
          </a:p>
          <a:p>
            <a:pPr lvl="1"/>
            <a:r>
              <a:t>Scenario-based questions</a:t>
            </a:r>
          </a:p>
          <a:p>
            <a:pPr lvl="1"/>
            <a:r>
              <a:t>Requires understanding of UI workflows</a:t>
            </a:r>
          </a:p>
          <a:p>
            <a:pPr lvl="1"/>
            <a:r>
              <a:t>Passing score threshold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Exam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&amp; architecture</a:t>
            </a:r>
          </a:p>
          <a:p>
            <a:pPr lvl="1"/>
            <a:r>
              <a:t>Problem detection &amp; Davis AI</a:t>
            </a:r>
          </a:p>
          <a:p>
            <a:pPr lvl="1"/>
            <a:r>
              <a:t>Dashboards &amp; management zones</a:t>
            </a:r>
          </a:p>
          <a:p>
            <a:pPr lvl="1"/>
            <a:r>
              <a:t>Alerting &amp; integrations</a:t>
            </a:r>
          </a:p>
          <a:p>
            <a:pPr lvl="1"/>
            <a:r>
              <a:t>Cloud &amp; Kubernetes basics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Preparation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hands-on labs</a:t>
            </a:r>
          </a:p>
          <a:p>
            <a:pPr lvl="1"/>
            <a:r>
              <a:t>Understand PurePath navigation</a:t>
            </a:r>
          </a:p>
          <a:p>
            <a:pPr lvl="1"/>
            <a:r>
              <a:t>Practice SLO creation</a:t>
            </a:r>
          </a:p>
          <a:p>
            <a:pPr lvl="1"/>
            <a:r>
              <a:t>Review problem workflow</a:t>
            </a:r>
          </a:p>
          <a:p>
            <a:pPr lvl="1"/>
            <a:r>
              <a:t>Take mock exams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Exam – Sample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root cause from problem view</a:t>
            </a:r>
          </a:p>
          <a:p>
            <a:pPr lvl="1"/>
            <a:r>
              <a:t>Configure metric event</a:t>
            </a:r>
          </a:p>
          <a:p>
            <a:pPr lvl="1"/>
            <a:r>
              <a:t>Define Management Zone</a:t>
            </a:r>
          </a:p>
          <a:p>
            <a:pPr lvl="1"/>
            <a:r>
              <a:t>Interpret SLO compliance</a:t>
            </a:r>
          </a:p>
          <a:p>
            <a:pPr lvl="1"/>
            <a:r>
              <a:t>Understand Kubernetes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Scenario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Checkout latency spike detected</a:t>
            </a:r>
          </a:p>
          <a:p>
            <a:pPr lvl="1"/>
            <a:r>
              <a:t>Identify root cause entity</a:t>
            </a:r>
          </a:p>
          <a:p>
            <a:pPr lvl="1"/>
            <a:r>
              <a:t>Check correlated logs</a:t>
            </a:r>
          </a:p>
          <a:p>
            <a:pPr lvl="1"/>
            <a:r>
              <a:t>Recommend optimization step</a:t>
            </a:r>
          </a:p>
          <a:p>
            <a:pPr lvl="1"/>
            <a:r>
              <a:t>Determine alert configuration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Exam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Ignoring management zones</a:t>
            </a:r>
          </a:p>
          <a:p>
            <a:pPr lvl="1"/>
            <a:r>
              <a:t>Confusing metric events with problems</a:t>
            </a:r>
          </a:p>
          <a:p>
            <a:pPr lvl="1"/>
            <a:r>
              <a:t>Not understanding Davis AI baseline</a:t>
            </a:r>
          </a:p>
          <a:p>
            <a:pPr lvl="1"/>
            <a:r>
              <a:t>Overlooking Smartscape relationships</a:t>
            </a:r>
          </a:p>
          <a:p>
            <a:pPr lvl="1"/>
            <a:r>
              <a:t>Poor time management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Preparation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OneAgent manually</a:t>
            </a:r>
          </a:p>
          <a:p>
            <a:pPr lvl="1"/>
            <a:r>
              <a:t>Create dashboard from scratch</a:t>
            </a:r>
          </a:p>
          <a:p>
            <a:pPr lvl="1"/>
            <a:r>
              <a:t>Configure SLO</a:t>
            </a:r>
          </a:p>
          <a:p>
            <a:pPr lvl="1"/>
            <a:r>
              <a:t>Trigger custom alert</a:t>
            </a:r>
          </a:p>
          <a:p>
            <a:pPr lvl="1"/>
            <a:r>
              <a:t>Integrate Slack notification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performance before scaling</a:t>
            </a:r>
          </a:p>
          <a:p>
            <a:pPr lvl="1"/>
            <a:r>
              <a:t>Use tagging &amp; governance wisely</a:t>
            </a:r>
          </a:p>
          <a:p>
            <a:pPr lvl="1"/>
            <a:r>
              <a:t>Control ingestion costs</a:t>
            </a:r>
          </a:p>
          <a:p>
            <a:pPr lvl="1"/>
            <a:r>
              <a:t>Understand core Dynatrace workflows</a:t>
            </a:r>
          </a:p>
          <a:p>
            <a:pPr lvl="1"/>
            <a:r>
              <a:t>Practice real-world scenarios before exam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508</Words>
  <Application>Microsoft Office PowerPoint</Application>
  <PresentationFormat>On-screen Show (4:3)</PresentationFormat>
  <Paragraphs>128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Tw Cen MT</vt:lpstr>
      <vt:lpstr>Tw Cen MT Condensed</vt:lpstr>
      <vt:lpstr>Wingdings 3</vt:lpstr>
      <vt:lpstr>Integral</vt:lpstr>
      <vt:lpstr>Best Practices &amp; Certification Prep</vt:lpstr>
      <vt:lpstr>Agenda</vt:lpstr>
      <vt:lpstr>Performance Optimization – Overview</vt:lpstr>
      <vt:lpstr>Application Performance Best Practices</vt:lpstr>
      <vt:lpstr>Infrastructure Optimization</vt:lpstr>
      <vt:lpstr>Kubernetes Best Practices</vt:lpstr>
      <vt:lpstr>Alerting Best Practices</vt:lpstr>
      <vt:lpstr>Environment Tagging Strategy</vt:lpstr>
      <vt:lpstr>Tagging Implementation</vt:lpstr>
      <vt:lpstr>Governance &amp; Access Control</vt:lpstr>
      <vt:lpstr>Cost Control Strategies – Overview</vt:lpstr>
      <vt:lpstr>Log &amp; Metric Optimization</vt:lpstr>
      <vt:lpstr>Synthetic &amp; Cloud Monitoring Cost</vt:lpstr>
      <vt:lpstr>Dynatrace Professional Certification</vt:lpstr>
      <vt:lpstr>Exam Format</vt:lpstr>
      <vt:lpstr>Key Exam Domains</vt:lpstr>
      <vt:lpstr>Exam Preparation Strategy</vt:lpstr>
      <vt:lpstr>Mock Exam – Sample Topics</vt:lpstr>
      <vt:lpstr>Mock Scenario Discussion</vt:lpstr>
      <vt:lpstr>Common Exam Mistakes</vt:lpstr>
      <vt:lpstr>Final Preparation Checklist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2026-02-23T00:47:01Z</dcterms:modified>
  <cp:category/>
</cp:coreProperties>
</file>