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63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25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7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7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1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7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7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81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57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Customization </a:t>
            </a:r>
            <a:r>
              <a:rPr dirty="0"/>
              <a:t>&amp; Extensions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Dashboards, APIs, Extensions &amp; Automation in Dynatrace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Dashboards</a:t>
            </a:r>
          </a:p>
          <a:p>
            <a:pPr lvl="1"/>
            <a:r>
              <a:t>Role-Based Views</a:t>
            </a:r>
          </a:p>
          <a:p>
            <a:pPr lvl="1"/>
            <a:r>
              <a:t>Dynatrace API Usage</a:t>
            </a:r>
          </a:p>
          <a:p>
            <a:pPr lvl="1"/>
            <a:r>
              <a:t>Custom Extensions Development</a:t>
            </a:r>
          </a:p>
          <a:p>
            <a:pPr lvl="1"/>
            <a:r>
              <a:t>Automation Workflows</a:t>
            </a:r>
          </a:p>
          <a:p>
            <a:pPr lvl="1"/>
            <a:r>
              <a:t>Real-World Implementation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Customization?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teams need different visibility</a:t>
            </a:r>
          </a:p>
          <a:p>
            <a:pPr lvl="1"/>
            <a:r>
              <a:t>Business vs Technical dashboards</a:t>
            </a:r>
          </a:p>
          <a:p>
            <a:pPr lvl="1"/>
            <a:r>
              <a:t>Automation improves operational efficiency</a:t>
            </a:r>
          </a:p>
          <a:p>
            <a:pPr lvl="1"/>
            <a:r>
              <a:t>APIs enable integration with DevOps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Dashboards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team-specific dashboards</a:t>
            </a:r>
          </a:p>
          <a:p>
            <a:pPr lvl="1"/>
            <a:r>
              <a:t>Use Data Explorer tiles</a:t>
            </a:r>
          </a:p>
          <a:p>
            <a:pPr lvl="1"/>
            <a:r>
              <a:t>Add SLO widgets</a:t>
            </a:r>
          </a:p>
          <a:p>
            <a:pPr lvl="1"/>
            <a:r>
              <a:t>Add log and security widgets</a:t>
            </a:r>
          </a:p>
          <a:p>
            <a:pPr lvl="1"/>
            <a:r>
              <a:t>Real-time monitoring panels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Custom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Dashboards → Create Dashboard</a:t>
            </a:r>
          </a:p>
          <a:p>
            <a:pPr lvl="1"/>
            <a:r>
              <a:t>Add tiles (metrics, logs, SLOs)</a:t>
            </a:r>
          </a:p>
          <a:p>
            <a:pPr lvl="1"/>
            <a:r>
              <a:t>Configure filters &amp; timeframes</a:t>
            </a:r>
          </a:p>
          <a:p>
            <a:pPr lvl="1"/>
            <a:r>
              <a:t>Save and share dashboard</a:t>
            </a:r>
          </a:p>
          <a:p>
            <a:pPr lvl="1"/>
            <a:r>
              <a:t>Set auto-refresh interval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it focused (avoid clutter)</a:t>
            </a:r>
          </a:p>
          <a:p>
            <a:pPr lvl="1"/>
            <a:r>
              <a:t>Use consistent time ranges</a:t>
            </a:r>
          </a:p>
          <a:p>
            <a:pPr lvl="1"/>
            <a:r>
              <a:t>Separate prod and non-prod</a:t>
            </a:r>
          </a:p>
          <a:p>
            <a:pPr lvl="1"/>
            <a:r>
              <a:t>Align metrics with business KPIs</a:t>
            </a:r>
          </a:p>
          <a:p>
            <a:pPr lvl="1"/>
            <a:r>
              <a:t>Include alert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 access by role</a:t>
            </a:r>
          </a:p>
          <a:p>
            <a:pPr lvl="1"/>
            <a:r>
              <a:t>Create user groups</a:t>
            </a:r>
          </a:p>
          <a:p>
            <a:pPr lvl="1"/>
            <a:r>
              <a:t>Assign permissions</a:t>
            </a:r>
          </a:p>
          <a:p>
            <a:pPr lvl="1"/>
            <a:r>
              <a:t>Use Management Zones</a:t>
            </a:r>
          </a:p>
          <a:p>
            <a:pPr lvl="1"/>
            <a:r>
              <a:t>Restrict sensitive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&amp; Role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Settings → Identity &amp; Access Management</a:t>
            </a:r>
          </a:p>
          <a:p>
            <a:pPr lvl="1"/>
            <a:r>
              <a:t>Create custom roles</a:t>
            </a:r>
          </a:p>
          <a:p>
            <a:pPr lvl="1"/>
            <a:r>
              <a:t>Assign permissions (Read, Write, Admin)</a:t>
            </a:r>
          </a:p>
          <a:p>
            <a:pPr lvl="1"/>
            <a:r>
              <a:t>Map users to groups</a:t>
            </a:r>
          </a:p>
          <a:p>
            <a:pPr lvl="1"/>
            <a:r>
              <a:t>Apply Management 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grouping of entities</a:t>
            </a:r>
          </a:p>
          <a:p>
            <a:pPr lvl="1"/>
            <a:r>
              <a:t>Separate environments (Prod, Dev)</a:t>
            </a:r>
          </a:p>
          <a:p>
            <a:pPr lvl="1"/>
            <a:r>
              <a:t>Restrict dashboard visibility</a:t>
            </a:r>
          </a:p>
          <a:p>
            <a:pPr lvl="1"/>
            <a:r>
              <a:t>Limit alerting scope</a:t>
            </a:r>
          </a:p>
          <a:p>
            <a:pPr lvl="1"/>
            <a:r>
              <a:t>Improve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API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 API</a:t>
            </a:r>
          </a:p>
          <a:p>
            <a:pPr lvl="1"/>
            <a:r>
              <a:t>Environment API</a:t>
            </a:r>
          </a:p>
          <a:p>
            <a:pPr lvl="1"/>
            <a:r>
              <a:t>Metrics API</a:t>
            </a:r>
          </a:p>
          <a:p>
            <a:pPr lvl="1"/>
            <a:r>
              <a:t>Problems API</a:t>
            </a:r>
          </a:p>
          <a:p>
            <a:pPr lvl="1"/>
            <a:r>
              <a:t>Security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API token</a:t>
            </a:r>
          </a:p>
          <a:p>
            <a:pPr lvl="1"/>
            <a:r>
              <a:t>Assign required scopes</a:t>
            </a:r>
          </a:p>
          <a:p>
            <a:pPr lvl="1"/>
            <a:r>
              <a:t>Use token in Authorization header</a:t>
            </a:r>
          </a:p>
          <a:p>
            <a:pPr lvl="1"/>
            <a:r>
              <a:t>Secure token storage 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Example – Fetch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/api/v2/problems</a:t>
            </a:r>
          </a:p>
          <a:p>
            <a:pPr lvl="1"/>
            <a:r>
              <a:t>Use curl or Postman</a:t>
            </a:r>
          </a:p>
          <a:p>
            <a:pPr lvl="1"/>
            <a:r>
              <a:t>Filter by severity</a:t>
            </a:r>
          </a:p>
          <a:p>
            <a:pPr lvl="1"/>
            <a:r>
              <a:t>Integrate with external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Example – Push Custom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/api/v2/metrics/ingest</a:t>
            </a:r>
          </a:p>
          <a:p>
            <a:pPr lvl="1"/>
            <a:r>
              <a:t>Send custom business metric</a:t>
            </a:r>
          </a:p>
          <a:p>
            <a:pPr lvl="1"/>
            <a:r>
              <a:t>Use JSON payload</a:t>
            </a:r>
          </a:p>
          <a:p>
            <a:pPr lvl="1"/>
            <a:r>
              <a:t>Validate metric in Data Explorer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Extensions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monitoring to unsupported tech</a:t>
            </a:r>
          </a:p>
          <a:p>
            <a:pPr lvl="1"/>
            <a:r>
              <a:t>Monitor custom hardware</a:t>
            </a:r>
          </a:p>
          <a:p>
            <a:pPr lvl="1"/>
            <a:r>
              <a:t>Ingest external metrics</a:t>
            </a:r>
          </a:p>
          <a:p>
            <a:pPr lvl="1"/>
            <a:r>
              <a:t>Use Dynatrace Extensions 2.0 framework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package (YAML + Python)</a:t>
            </a:r>
          </a:p>
          <a:p>
            <a:pPr lvl="1"/>
            <a:r>
              <a:t>Metric definitions</a:t>
            </a:r>
          </a:p>
          <a:p>
            <a:pPr lvl="1"/>
            <a:r>
              <a:t>Activation configuration</a:t>
            </a:r>
          </a:p>
          <a:p>
            <a:pPr lvl="1"/>
            <a:r>
              <a:t>Secure credentials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Custom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Dynatrace Extensions SDK</a:t>
            </a:r>
          </a:p>
          <a:p>
            <a:pPr lvl="1"/>
            <a:r>
              <a:t>Define extension.yaml</a:t>
            </a:r>
          </a:p>
          <a:p>
            <a:pPr lvl="1"/>
            <a:r>
              <a:t>Implement Python logic</a:t>
            </a:r>
          </a:p>
          <a:p>
            <a:pPr lvl="1"/>
            <a:r>
              <a:t>Package extension</a:t>
            </a:r>
          </a:p>
          <a:p>
            <a:pPr lvl="1"/>
            <a:r>
              <a:t>Upload to Dynatrace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 workflows on problem events</a:t>
            </a:r>
          </a:p>
          <a:p>
            <a:pPr lvl="1"/>
            <a:r>
              <a:t>Integrate with Kubernetes</a:t>
            </a:r>
          </a:p>
          <a:p>
            <a:pPr lvl="1"/>
            <a:r>
              <a:t>Restart services automatically</a:t>
            </a:r>
          </a:p>
          <a:p>
            <a:pPr lvl="1"/>
            <a:r>
              <a:t>Notify stakeholders</a:t>
            </a:r>
          </a:p>
          <a:p>
            <a:pPr lvl="1"/>
            <a:r>
              <a:t>Close problem after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Automation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Workflows &amp; Automation</a:t>
            </a:r>
          </a:p>
          <a:p>
            <a:pPr lvl="1"/>
            <a:r>
              <a:t>Define trigger (Problem Opened)</a:t>
            </a:r>
          </a:p>
          <a:p>
            <a:pPr lvl="1"/>
            <a:r>
              <a:t>Add condition filters</a:t>
            </a:r>
          </a:p>
          <a:p>
            <a:pPr lvl="1"/>
            <a:r>
              <a:t>Add action (Webhook, Script, Slack)</a:t>
            </a:r>
          </a:p>
          <a:p>
            <a:pPr lvl="1"/>
            <a:r>
              <a:t>Test and publish workflow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 – Production Outage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shows checkout latency spike</a:t>
            </a:r>
          </a:p>
          <a:p>
            <a:pPr lvl="1"/>
            <a:r>
              <a:t>Role-based alert sent to DevOps team</a:t>
            </a:r>
          </a:p>
          <a:p>
            <a:pPr lvl="1"/>
            <a:r>
              <a:t>API pushes business revenue metric</a:t>
            </a:r>
          </a:p>
          <a:p>
            <a:pPr lvl="1"/>
            <a:r>
              <a:t>Custom extension monitors legacy DB</a:t>
            </a:r>
          </a:p>
          <a:p>
            <a:pPr lvl="1"/>
            <a:r>
              <a:t>Workflow auto-restarts failed pod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 admin permissions</a:t>
            </a:r>
          </a:p>
          <a:p>
            <a:pPr lvl="1"/>
            <a:r>
              <a:t>Audit API token usage</a:t>
            </a:r>
          </a:p>
          <a:p>
            <a:pPr lvl="1"/>
            <a:r>
              <a:t>Monitor workflow executions</a:t>
            </a:r>
          </a:p>
          <a:p>
            <a:pPr lvl="1"/>
            <a:r>
              <a:t>Review dashboard access regularly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team dashboard</a:t>
            </a:r>
          </a:p>
          <a:p>
            <a:pPr lvl="1"/>
            <a:r>
              <a:t>Configure Management Zone</a:t>
            </a:r>
          </a:p>
          <a:p>
            <a:pPr lvl="1"/>
            <a:r>
              <a:t>Call Problems API</a:t>
            </a:r>
          </a:p>
          <a:p>
            <a:pPr lvl="1"/>
            <a:r>
              <a:t>Push custom metric</a:t>
            </a:r>
          </a:p>
          <a:p>
            <a:pPr lvl="1"/>
            <a:r>
              <a:t>Create automation workflow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Customization aligns monitoring with teams</a:t>
            </a:r>
          </a:p>
          <a:p>
            <a:pPr lvl="1"/>
            <a:r>
              <a:t>Role-based views improve governance</a:t>
            </a:r>
          </a:p>
          <a:p>
            <a:pPr lvl="1"/>
            <a:r>
              <a:t>APIs enable integration</a:t>
            </a:r>
          </a:p>
          <a:p>
            <a:pPr lvl="1"/>
            <a:r>
              <a:t>Extensions expand monitoring capability</a:t>
            </a:r>
          </a:p>
          <a:p>
            <a:pPr lvl="1"/>
            <a:r>
              <a:t>Automation reduces MTTR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464</Words>
  <Application>Microsoft Office PowerPoint</Application>
  <PresentationFormat>On-screen Show (4:3)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Tw Cen MT</vt:lpstr>
      <vt:lpstr>Tw Cen MT Condensed</vt:lpstr>
      <vt:lpstr>Wingdings 3</vt:lpstr>
      <vt:lpstr>Integral</vt:lpstr>
      <vt:lpstr>Customization &amp; Extensions</vt:lpstr>
      <vt:lpstr>Agenda</vt:lpstr>
      <vt:lpstr>Why Customization?</vt:lpstr>
      <vt:lpstr>Custom Dashboards Overview</vt:lpstr>
      <vt:lpstr>Creating a Custom Dashboard</vt:lpstr>
      <vt:lpstr>Dashboard Best Practices</vt:lpstr>
      <vt:lpstr>Role-Based Views</vt:lpstr>
      <vt:lpstr>User &amp; Role Configuration</vt:lpstr>
      <vt:lpstr>Management Zones</vt:lpstr>
      <vt:lpstr>Dynatrace API Overview</vt:lpstr>
      <vt:lpstr>API Authentication</vt:lpstr>
      <vt:lpstr>API Example – Fetch Problems</vt:lpstr>
      <vt:lpstr>API Example – Push Custom Metric</vt:lpstr>
      <vt:lpstr>Custom Extensions Overview</vt:lpstr>
      <vt:lpstr>Extensions Architecture</vt:lpstr>
      <vt:lpstr>Building a Custom Extension</vt:lpstr>
      <vt:lpstr>Automation Workflows</vt:lpstr>
      <vt:lpstr>Creating Automation Workflow</vt:lpstr>
      <vt:lpstr>Real-World Scenario – Production Outage</vt:lpstr>
      <vt:lpstr>Governance &amp; Compliance</vt:lpstr>
      <vt:lpstr>Hands-On Lab Tasks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2026-02-23T00:47:30Z</dcterms:modified>
  <cp:category/>
</cp:coreProperties>
</file>